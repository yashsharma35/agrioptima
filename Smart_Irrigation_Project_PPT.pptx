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Smart Irrigation &amp; Crop Advisory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Prepared By: [Your Name / Team]</a:t>
            </a:r>
          </a:p>
          <a:p>
            <a:r>
              <a:t>Department of CSE/IT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irrigation improves farm efficiency using technology</a:t>
            </a:r>
          </a:p>
          <a:p>
            <a:r>
              <a:t>• AI and IoT enable precise water supply</a:t>
            </a:r>
          </a:p>
          <a:p>
            <a:r>
              <a:t>• System predicts irrigation needs based on real-time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IoT sensors monitor soil moisture, temperature &amp; humidity</a:t>
            </a:r>
          </a:p>
          <a:p>
            <a:r>
              <a:t>• AI model predicts irrigation timing</a:t>
            </a:r>
          </a:p>
          <a:p>
            <a:r>
              <a:t>• Weather API assists crop recommendation</a:t>
            </a:r>
          </a:p>
          <a:p>
            <a:r>
              <a:t>• Dashboard visualizes data &amp;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irrigation to save water</a:t>
            </a:r>
          </a:p>
          <a:p>
            <a:r>
              <a:t>• Assist farmers with best crop selection</a:t>
            </a:r>
          </a:p>
          <a:p>
            <a:r>
              <a:t>• Increase yield and reduce human effort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Existing systems focus on manual or timer irrigation</a:t>
            </a:r>
          </a:p>
          <a:p>
            <a:r>
              <a:t>• Few incorporate ML prediction &amp; weather integration</a:t>
            </a:r>
          </a:p>
          <a:p>
            <a:r>
              <a:t>• Studies show IoT + AI improves farming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irrigation causes water wastage</a:t>
            </a:r>
          </a:p>
          <a:p>
            <a:r>
              <a:t>• Farmers rely on experience, not data</a:t>
            </a:r>
          </a:p>
          <a:p>
            <a:r>
              <a:t>• No intelligent crop selection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IoT‑based automatic irrigation system</a:t>
            </a:r>
          </a:p>
          <a:p>
            <a:r>
              <a:t>• ML model predicts optimal irrigation time</a:t>
            </a:r>
          </a:p>
          <a:p>
            <a:r>
              <a:t>• Crop recommendation using weather &amp; soil data</a:t>
            </a:r>
          </a:p>
          <a:p>
            <a:r>
              <a:t>• Dashboard for analytics &amp;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soil &amp; climate conditions in real-time</a:t>
            </a:r>
          </a:p>
          <a:p>
            <a:r>
              <a:t>• Predict irrigation schedule automatically</a:t>
            </a:r>
          </a:p>
          <a:p>
            <a:r>
              <a:t>• Suggest suitable crops based on weather</a:t>
            </a:r>
          </a:p>
          <a:p>
            <a:r>
              <a:t>• Display interactive reports &amp;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intelligence over manual control</a:t>
            </a:r>
          </a:p>
          <a:p>
            <a:r>
              <a:t>• Integration of IoT, machine learning &amp; automation</a:t>
            </a:r>
          </a:p>
          <a:p>
            <a:r>
              <a:t>• Use real-time and forecasted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Sensors → Microcontroller → Cloud → AI Model</a:t>
            </a:r>
          </a:p>
          <a:p>
            <a:r>
              <a:t>• AI Model → Decision System → Water Pump</a:t>
            </a:r>
          </a:p>
          <a:p>
            <a:r>
              <a:t>• Dashboard &amp; User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 / Arduino microcontroller</a:t>
            </a:r>
          </a:p>
          <a:p>
            <a:r>
              <a:t>• Soil moisture sensor</a:t>
            </a:r>
          </a:p>
          <a:p>
            <a:r>
              <a:t>• DHT11/DHT22 temperature &amp; humidity sensor</a:t>
            </a:r>
          </a:p>
          <a:p>
            <a:r>
              <a:t>• Relay module &amp; water pump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Python, Arduino IDE</a:t>
            </a:r>
          </a:p>
          <a:p>
            <a:r>
              <a:t>• Flask/Node backend</a:t>
            </a:r>
          </a:p>
          <a:p>
            <a:r>
              <a:t>• TensorFlow/Scikit‑learn</a:t>
            </a:r>
          </a:p>
          <a:p>
            <a:r>
              <a:t>• Database (MySQL/Firebase)</a:t>
            </a:r>
          </a:p>
          <a:p>
            <a:r>
              <a:t>• Weather API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Precision agriculture</a:t>
            </a:r>
          </a:p>
          <a:p>
            <a:r>
              <a:t>• Greenhouse automation</a:t>
            </a:r>
          </a:p>
          <a:p>
            <a:r>
              <a:t>• Smart farming research</a:t>
            </a:r>
          </a:p>
          <a:p>
            <a:r>
              <a:t>• Water‑scarce regions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IEEE agricultural IoT research papers</a:t>
            </a:r>
          </a:p>
          <a:p>
            <a:r>
              <a:t>• FAO irrigation guidelines</a:t>
            </a:r>
          </a:p>
          <a:p>
            <a:r>
              <a:t>• OpenWeatherMap API documentation</a:t>
            </a:r>
          </a:p>
          <a:p>
            <a:r>
              <a:t>• ICAR India smart farming 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